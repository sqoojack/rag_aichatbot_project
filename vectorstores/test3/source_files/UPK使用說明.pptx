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1" r:id="rId4"/>
    <p:sldId id="257" r:id="rId5"/>
    <p:sldId id="259" r:id="rId6"/>
    <p:sldId id="260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80325" y="6172200"/>
            <a:ext cx="1463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33" tIns="46018" rIns="92033" bIns="46018">
            <a:spAutoFit/>
          </a:bodyPr>
          <a:lstStyle/>
          <a:p>
            <a:pPr algn="ctr" eaLnBrk="1" hangingPunct="1">
              <a:spcBef>
                <a:spcPct val="0"/>
              </a:spcBef>
              <a:defRPr/>
            </a:pPr>
            <a:r>
              <a:rPr kumimoji="1" lang="en-US" altLang="zh-TW" sz="2800" b="1" i="1">
                <a:solidFill>
                  <a:srgbClr val="0000FF"/>
                </a:solidFill>
                <a:latin typeface="Arial Black" pitchFamily="34" charset="0"/>
              </a:rPr>
              <a:t>ESMT</a:t>
            </a:r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 flipV="1">
            <a:off x="395288" y="6553200"/>
            <a:ext cx="731837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95288" y="6446838"/>
            <a:ext cx="7329487" cy="1111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905000" y="6553200"/>
            <a:ext cx="1644650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1397" tIns="45699" rIns="91397" bIns="45699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TW" sz="1400" b="1" i="1">
                <a:solidFill>
                  <a:schemeClr val="hlink"/>
                </a:solidFill>
              </a:rPr>
              <a:t>ESMT </a:t>
            </a:r>
            <a:r>
              <a:rPr kumimoji="1" lang="en-US" altLang="zh-TW" sz="1400" b="1" i="1">
                <a:solidFill>
                  <a:schemeClr val="hlink"/>
                </a:solidFill>
                <a:latin typeface="Times New Roman" pitchFamily="18" charset="0"/>
              </a:rPr>
              <a:t>Confidential</a:t>
            </a:r>
            <a:endParaRPr kumimoji="1" lang="en-US" altLang="zh-TW" sz="1400" b="1" i="1">
              <a:solidFill>
                <a:schemeClr val="hlink"/>
              </a:solidFill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377113" y="6586538"/>
            <a:ext cx="414337" cy="2143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1397" tIns="45699" rIns="91397" bIns="45699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TW" sz="800" b="1">
                <a:latin typeface="Times New Roman" pitchFamily="18" charset="0"/>
              </a:rPr>
              <a:t>P.</a:t>
            </a:r>
            <a:fld id="{1B6F24CF-7ECA-4B75-B45A-28A73AB78885}" type="slidenum">
              <a:rPr kumimoji="1" lang="en-US" altLang="zh-TW" sz="800" b="1">
                <a:latin typeface="Times New Roman" pitchFamily="18" charset="0"/>
              </a:rPr>
              <a:pPr eaLnBrk="1" hangingPunct="1">
                <a:spcBef>
                  <a:spcPct val="0"/>
                </a:spcBef>
                <a:defRPr/>
              </a:pPr>
              <a:t>‹#›</a:t>
            </a:fld>
            <a:r>
              <a:rPr kumimoji="1" lang="en-US" altLang="zh-TW" sz="800" b="1">
                <a:latin typeface="Times New Roman" pitchFamily="18" charset="0"/>
              </a:rPr>
              <a:t> </a:t>
            </a:r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0" y="304800"/>
            <a:ext cx="6629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TW" alt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 flipV="1">
            <a:off x="6629400" y="-12700"/>
            <a:ext cx="406400" cy="3175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TW" alt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7010400" y="0"/>
            <a:ext cx="2133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TW" altLang="en-US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0" y="0"/>
            <a:ext cx="37338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397" tIns="45699" rIns="91397" bIns="45699">
            <a:spAutoFit/>
          </a:bodyPr>
          <a:lstStyle/>
          <a:p>
            <a:pPr hangingPunct="1">
              <a:buFont typeface="Wingdings" pitchFamily="2" charset="2"/>
              <a:buNone/>
              <a:defRPr/>
            </a:pPr>
            <a:r>
              <a:rPr kumimoji="1" lang="en-US" altLang="zh-TW" sz="1400" b="1">
                <a:latin typeface="Times New Roman" pitchFamily="18" charset="0"/>
              </a:rPr>
              <a:t>Elite Semiconductor Memory Technology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100000"/>
        <a:buFont typeface="Wingdings" pitchFamily="2" charset="2"/>
        <a:buChar char="Ÿ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j-lt"/>
          <a:ea typeface="+mj-ea"/>
        </a:defRPr>
      </a:lvl2pPr>
      <a:lvl3pPr marL="1141413" indent="-227013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j-lt"/>
          <a:ea typeface="+mj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j-lt"/>
          <a:ea typeface="+mj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j-lt"/>
          <a:ea typeface="+mj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636912"/>
            <a:ext cx="7772400" cy="1470025"/>
          </a:xfrm>
        </p:spPr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UPK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使用說明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2024/1/9</a:t>
            </a:r>
            <a:endParaRPr lang="zh-TW" altLang="en-US" sz="18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操作說明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Step1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：請到指定路徑開啟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play.exe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檔，</a:t>
            </a:r>
            <a:r>
              <a:rPr lang="zh-TW" altLang="zh-TW" sz="1800" b="1" dirty="0">
                <a:latin typeface="微軟正黑體" pitchFamily="34" charset="-120"/>
                <a:ea typeface="微軟正黑體" pitchFamily="34" charset="-120"/>
              </a:rPr>
              <a:t>請注意不要動到晶豪</a:t>
            </a:r>
            <a:r>
              <a:rPr lang="en-US" altLang="zh-TW" sz="1800" b="1" dirty="0">
                <a:latin typeface="微軟正黑體" pitchFamily="34" charset="-120"/>
                <a:ea typeface="微軟正黑體" pitchFamily="34" charset="-120"/>
              </a:rPr>
              <a:t>FA_UPK</a:t>
            </a:r>
            <a:r>
              <a:rPr lang="zh-TW" altLang="zh-TW" sz="1800" b="1" dirty="0">
                <a:latin typeface="微軟正黑體" pitchFamily="34" charset="-120"/>
                <a:ea typeface="微軟正黑體" pitchFamily="34" charset="-120"/>
              </a:rPr>
              <a:t>資料夾中的其他</a:t>
            </a:r>
            <a:r>
              <a:rPr lang="zh-TW" altLang="zh-TW" sz="1800" b="1" dirty="0" smtClean="0">
                <a:latin typeface="微軟正黑體" pitchFamily="34" charset="-120"/>
                <a:ea typeface="微軟正黑體" pitchFamily="34" charset="-120"/>
              </a:rPr>
              <a:t>檔案</a:t>
            </a:r>
            <a:r>
              <a:rPr lang="en-US" altLang="zh-TW" sz="1800" b="1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800" b="1" dirty="0" smtClean="0">
                <a:latin typeface="微軟正黑體" pitchFamily="34" charset="-120"/>
                <a:ea typeface="微軟正黑體" pitchFamily="34" charset="-120"/>
              </a:rPr>
              <a:t>會影響整個</a:t>
            </a:r>
            <a:r>
              <a:rPr lang="en-US" altLang="zh-TW" sz="1800" b="1" dirty="0" smtClean="0">
                <a:latin typeface="微軟正黑體" pitchFamily="34" charset="-120"/>
                <a:ea typeface="微軟正黑體" pitchFamily="34" charset="-120"/>
              </a:rPr>
              <a:t>UPK)</a:t>
            </a:r>
            <a:endParaRPr lang="zh-TW" altLang="zh-TW" sz="1800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路徑：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N:\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固定資產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\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晶豪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FA_UPK\Publishing Content\</a:t>
            </a:r>
            <a:r>
              <a:rPr lang="en-US" altLang="zh-TW" sz="1800" dirty="0" err="1">
                <a:latin typeface="微軟正黑體" pitchFamily="34" charset="-120"/>
                <a:ea typeface="微軟正黑體" pitchFamily="34" charset="-120"/>
              </a:rPr>
              <a:t>PlayerPackage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 </a:t>
            </a:r>
            <a:endParaRPr lang="zh-TW" altLang="zh-TW" sz="180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1187624" y="2204864"/>
            <a:ext cx="6768752" cy="3825250"/>
            <a:chOff x="1187624" y="2636912"/>
            <a:chExt cx="6768752" cy="382525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87624" y="2636912"/>
              <a:ext cx="6768752" cy="38252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grpSp>
          <p:nvGrpSpPr>
            <p:cNvPr id="9" name="群組 8"/>
            <p:cNvGrpSpPr/>
            <p:nvPr/>
          </p:nvGrpSpPr>
          <p:grpSpPr>
            <a:xfrm>
              <a:off x="1259632" y="5595583"/>
              <a:ext cx="2693654" cy="353697"/>
              <a:chOff x="780678" y="4371447"/>
              <a:chExt cx="2693654" cy="353697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780678" y="4437112"/>
                <a:ext cx="1224136" cy="2880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322204" y="4371447"/>
                <a:ext cx="1152128" cy="2880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操作說明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Step2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：選擇瀏覽器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請注意預設瀏覽器必需設定為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chrome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，才可依下列選項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)</a:t>
            </a:r>
            <a:endParaRPr lang="zh-TW" altLang="zh-TW" sz="180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" name="群組 8"/>
          <p:cNvGrpSpPr/>
          <p:nvPr/>
        </p:nvGrpSpPr>
        <p:grpSpPr>
          <a:xfrm>
            <a:off x="2699792" y="2348880"/>
            <a:ext cx="3524250" cy="2905125"/>
            <a:chOff x="2076822" y="1196752"/>
            <a:chExt cx="3524250" cy="2905125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76822" y="1196752"/>
              <a:ext cx="3524250" cy="29051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" name="矩形 10"/>
            <p:cNvSpPr/>
            <p:nvPr/>
          </p:nvSpPr>
          <p:spPr>
            <a:xfrm>
              <a:off x="2216696" y="2132856"/>
              <a:ext cx="1152128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216696" y="3501008"/>
              <a:ext cx="1152128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操作說明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Step3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：成功開啟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UPK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，點選目錄裡面</a:t>
            </a:r>
            <a:r>
              <a:rPr lang="zh-TW" altLang="zh-TW" sz="1800" dirty="0" smtClean="0">
                <a:latin typeface="微軟正黑體" pitchFamily="34" charset="-120"/>
                <a:ea typeface="微軟正黑體" pitchFamily="34" charset="-120"/>
              </a:rPr>
              <a:t>有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各</a:t>
            </a:r>
            <a:r>
              <a:rPr lang="zh-TW" altLang="zh-TW" sz="1800" dirty="0" smtClean="0">
                <a:latin typeface="微軟正黑體" pitchFamily="34" charset="-120"/>
                <a:ea typeface="微軟正黑體" pitchFamily="34" charset="-120"/>
              </a:rPr>
              <a:t>步驟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的操作</a:t>
            </a:r>
            <a:r>
              <a:rPr lang="zh-TW" altLang="zh-TW" sz="1800" dirty="0" smtClean="0">
                <a:latin typeface="微軟正黑體" pitchFamily="34" charset="-120"/>
                <a:ea typeface="微軟正黑體" pitchFamily="34" charset="-120"/>
              </a:rPr>
              <a:t>教學</a:t>
            </a:r>
            <a:endParaRPr lang="zh-TW" altLang="zh-TW" sz="1800" dirty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物件 6" descr="image0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628800"/>
            <a:ext cx="6391127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模式說明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-See IT!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lvl="0"/>
            <a:r>
              <a:rPr lang="zh-TW" altLang="zh-TW" sz="1800" dirty="0" smtClean="0">
                <a:latin typeface="微軟正黑體" pitchFamily="34" charset="-120"/>
                <a:ea typeface="微軟正黑體" pitchFamily="34" charset="-120"/>
              </a:rPr>
              <a:t>影片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模式，每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秒會換下一個動作</a:t>
            </a:r>
          </a:p>
          <a:p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899592" y="1484784"/>
            <a:ext cx="7366713" cy="4666493"/>
            <a:chOff x="288444" y="476672"/>
            <a:chExt cx="9617556" cy="6092305"/>
          </a:xfrm>
        </p:grpSpPr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 t="11506"/>
            <a:stretch>
              <a:fillRect/>
            </a:stretch>
          </p:blipFill>
          <p:spPr bwMode="auto">
            <a:xfrm>
              <a:off x="288444" y="476672"/>
              <a:ext cx="9617556" cy="609230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" name="矩形 10"/>
            <p:cNvSpPr/>
            <p:nvPr/>
          </p:nvSpPr>
          <p:spPr>
            <a:xfrm>
              <a:off x="2504728" y="1052736"/>
              <a:ext cx="792088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008784" y="2132856"/>
              <a:ext cx="6192688" cy="43204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" name="直線單箭頭接點 12"/>
            <p:cNvCxnSpPr>
              <a:stCxn id="11" idx="2"/>
            </p:cNvCxnSpPr>
            <p:nvPr/>
          </p:nvCxnSpPr>
          <p:spPr>
            <a:xfrm>
              <a:off x="2900772" y="1412776"/>
              <a:ext cx="180020" cy="3600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模式說明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-Try IT!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lvl="0"/>
            <a:r>
              <a:rPr lang="zh-TW" altLang="zh-TW" sz="1800" dirty="0" smtClean="0">
                <a:latin typeface="微軟正黑體" pitchFamily="34" charset="-120"/>
                <a:ea typeface="微軟正黑體" pitchFamily="34" charset="-120"/>
              </a:rPr>
              <a:t>操作</a:t>
            </a:r>
            <a:r>
              <a:rPr lang="zh-TW" altLang="zh-TW" sz="1800" dirty="0">
                <a:latin typeface="微軟正黑體" pitchFamily="34" charset="-120"/>
                <a:ea typeface="微軟正黑體" pitchFamily="34" charset="-120"/>
              </a:rPr>
              <a:t>練習模式，系統會提示每個步驟，使用者依提示進行操作練習</a:t>
            </a:r>
          </a:p>
          <a:p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467544" y="1556792"/>
            <a:ext cx="8136904" cy="4217303"/>
            <a:chOff x="-1527720" y="116632"/>
            <a:chExt cx="12380826" cy="6416899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-1527720" y="116632"/>
              <a:ext cx="12380826" cy="641689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矩形 5"/>
            <p:cNvSpPr/>
            <p:nvPr/>
          </p:nvSpPr>
          <p:spPr>
            <a:xfrm>
              <a:off x="1496616" y="836712"/>
              <a:ext cx="864096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064568" y="1700808"/>
              <a:ext cx="8352928" cy="4608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/>
            <p:cNvCxnSpPr>
              <a:stCxn id="6" idx="2"/>
            </p:cNvCxnSpPr>
            <p:nvPr/>
          </p:nvCxnSpPr>
          <p:spPr>
            <a:xfrm>
              <a:off x="1928664" y="1196752"/>
              <a:ext cx="72008" cy="43204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84784"/>
            <a:ext cx="6996833" cy="46140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模式說明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-Know IT!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915816" y="1988840"/>
            <a:ext cx="4913632" cy="3676870"/>
            <a:chOff x="2160217" y="774020"/>
            <a:chExt cx="7476409" cy="5594595"/>
          </a:xfrm>
        </p:grpSpPr>
        <p:sp>
          <p:nvSpPr>
            <p:cNvPr id="6" name="矩形 5"/>
            <p:cNvSpPr/>
            <p:nvPr/>
          </p:nvSpPr>
          <p:spPr>
            <a:xfrm>
              <a:off x="3512262" y="774020"/>
              <a:ext cx="864097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160217" y="1760103"/>
              <a:ext cx="7476409" cy="4608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/>
            <p:cNvCxnSpPr>
              <a:stCxn id="6" idx="2"/>
            </p:cNvCxnSpPr>
            <p:nvPr/>
          </p:nvCxnSpPr>
          <p:spPr>
            <a:xfrm>
              <a:off x="3944309" y="1134060"/>
              <a:ext cx="72008" cy="43204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考試模式，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User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需要自己一步一步操作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沒有提示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，完成後會有分數</a:t>
            </a:r>
            <a:endParaRPr lang="zh-TW" altLang="en-US" sz="18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模式說明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-Know IT!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考試完成結果，可以將成績輸出證明</a:t>
            </a:r>
            <a:endParaRPr lang="zh-TW" altLang="en-US" sz="1800" dirty="0"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395536" y="1628800"/>
            <a:ext cx="8426934" cy="4457423"/>
            <a:chOff x="395536" y="1628800"/>
            <a:chExt cx="8426934" cy="4457423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67944" y="2132856"/>
              <a:ext cx="4754526" cy="395336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l="26014" r="16303"/>
            <a:stretch>
              <a:fillRect/>
            </a:stretch>
          </p:blipFill>
          <p:spPr bwMode="auto">
            <a:xfrm>
              <a:off x="395536" y="1628800"/>
              <a:ext cx="3672408" cy="367240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2" name="矩形 11"/>
            <p:cNvSpPr/>
            <p:nvPr/>
          </p:nvSpPr>
          <p:spPr bwMode="auto">
            <a:xfrm>
              <a:off x="1115616" y="3789040"/>
              <a:ext cx="504056" cy="216024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cxnSp>
          <p:nvCxnSpPr>
            <p:cNvPr id="14" name="直線單箭頭接點 13"/>
            <p:cNvCxnSpPr/>
            <p:nvPr/>
          </p:nvCxnSpPr>
          <p:spPr bwMode="auto">
            <a:xfrm>
              <a:off x="1619672" y="3861048"/>
              <a:ext cx="2520280" cy="144016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注意事項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每個步驟一次只能開啟一個模式</a:t>
            </a:r>
            <a:endParaRPr lang="en-US" altLang="zh-TW" sz="18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None/>
            </a:pP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 	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不能開啟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See IT!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模式的同時又想開啟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Try IT!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模式</a:t>
            </a:r>
            <a:endParaRPr lang="zh-TW" altLang="en-US" sz="18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924944"/>
            <a:ext cx="4476750" cy="1714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ESMT_Confidential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MT_Confidential">
      <a:majorFont>
        <a:latin typeface="Times New Roman"/>
        <a:ea typeface="新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ESMT_Confidenti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MT_Confident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MT_Confidentia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MT_Confidentia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MT_Confidenti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MT_Confidenti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MT_Confidenti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</TotalTime>
  <Words>173</Words>
  <Application>Microsoft Office PowerPoint</Application>
  <PresentationFormat>如螢幕大小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ESMT_Confidential</vt:lpstr>
      <vt:lpstr>UPK使用說明</vt:lpstr>
      <vt:lpstr>操作說明</vt:lpstr>
      <vt:lpstr>操作說明</vt:lpstr>
      <vt:lpstr>操作說明</vt:lpstr>
      <vt:lpstr>模式說明-See IT!</vt:lpstr>
      <vt:lpstr>模式說明-Try IT!</vt:lpstr>
      <vt:lpstr>模式說明-Know IT!</vt:lpstr>
      <vt:lpstr>模式說明-Know IT!</vt:lpstr>
      <vt:lpstr>注意事項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UPK使用說明</dc:title>
  <dc:creator>CYCho</dc:creator>
  <cp:lastModifiedBy>CYCho</cp:lastModifiedBy>
  <cp:revision>13</cp:revision>
  <dcterms:created xsi:type="dcterms:W3CDTF">2024-01-09T03:33:00Z</dcterms:created>
  <dcterms:modified xsi:type="dcterms:W3CDTF">2024-01-09T03:55:14Z</dcterms:modified>
</cp:coreProperties>
</file>